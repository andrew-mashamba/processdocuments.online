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eae57c11b804b22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d32029c4379c4cd9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d32029c4379c4c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14400" y="365760"/>
            <a:ext cx="73152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/>
              <a:t>Test Title</a:t>
            </a:r>
          </a:p>
        </p:txBody>
      </p:sp>
      <p:sp>
        <p:nvSpPr>
          <p:cNvPr id="3" name="TextBox 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14400" y="1828800"/>
            <a:ext cx="7315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0"/>
              <a:t>Test Subtitle</a:t>
            </a:r>
          </a:p>
        </p:txBody>
      </p:sp>
    </p:spTree>
  </p:cSld>
</p:sld>
</file>