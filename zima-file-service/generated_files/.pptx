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6d0d3f2e774010" /></Relationships>
</file>

<file path=ppt/presentation.xml><?xml version="1.0" encoding="utf-8"?>
<p:presentation xmlns:p="http://schemas.openxmlformats.org/presentationml/2006/main">
  <p:sldIdLst/>
</p:presentation>
</file>