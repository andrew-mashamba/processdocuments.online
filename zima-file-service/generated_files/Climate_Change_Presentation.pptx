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1ababa41b0f14367" /></Relationships>
</file>

<file path=ppt/presentation.xml><?xml version="1.0" encoding="utf-8"?>
<p:presentation xmlns:p="http://schemas.openxmlformats.org/presentationml/2006/main">
  <p:sldIdLst>
    <p:sldId xmlns:r="http://schemas.openxmlformats.org/officeDocument/2006/relationships" id="256" r:id="Rcf01f787bc51448b"/>
    <p:sldId xmlns:r="http://schemas.openxmlformats.org/officeDocument/2006/relationships" id="257" r:id="Rba92ba0fe3f2431f"/>
    <p:sldId xmlns:r="http://schemas.openxmlformats.org/officeDocument/2006/relationships" id="258" r:id="Ra218d451a7ff44e0"/>
  </p:sldIdLst>
</p:presentation>
</file>

<file path=ppt/_rels/presentation.xml.rels>&#65279;<?xml version="1.0" encoding="utf-8"?><Relationships xmlns="http://schemas.openxmlformats.org/package/2006/relationships"><Relationship Type="http://schemas.openxmlformats.org/officeDocument/2006/relationships/slide" Target="/ppt/slides/slide1.xml" Id="Rcf01f787bc51448b" /><Relationship Type="http://schemas.openxmlformats.org/officeDocument/2006/relationships/slide" Target="/ppt/slides/slide2.xml" Id="Rba92ba0fe3f2431f" /><Relationship Type="http://schemas.openxmlformats.org/officeDocument/2006/relationships/slide" Target="/ppt/slides/slide3.xml" Id="Ra218d451a7ff44e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2"/>
          <p:cNvSpPr>
            <a:spLocks xmlns:a="http://schemas.openxmlformats.org/drawingml/2006/main" noGrp="1"/>
          </p:cNvSpPr>
          <p:nvPr>
            <p:ph/>
          </p:nvPr>
        </p:nvSpPr>
        <p:spPr>
          <a:xfrm xmlns:a="http://schemas.openxmlformats.org/drawingml/2006/main">
            <a:off x="914400" y="365760"/>
            <a:ext cx="7315200" cy="1143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4400" b="1"/>
              <a:t>Climate Change: Understanding Our Planet's Challenge</a:t>
            </a:r>
          </a:p>
        </p:txBody>
      </p:sp>
      <p:sp>
        <p:nvSpPr>
          <p:cNvPr id="3" name="TextBox 3"/>
          <p:cNvSpPr>
            <a:spLocks xmlns:a="http://schemas.openxmlformats.org/drawingml/2006/main" noGrp="1"/>
          </p:cNvSpPr>
          <p:nvPr>
            <p:ph/>
          </p:nvPr>
        </p:nvSpPr>
        <p:spPr>
          <a:xfrm xmlns:a="http://schemas.openxmlformats.org/drawingml/2006/main">
            <a:off x="914400" y="1828800"/>
            <a:ext cx="7315200" cy="9144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1800" b="0"/>
              <a:t>A Comprehensive Overview</a:t>
            </a:r>
          </a:p>
        </p:txBody>
      </p:sp>
    </p:spTree>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2"/>
          <p:cNvSpPr>
            <a:spLocks xmlns:a="http://schemas.openxmlformats.org/drawingml/2006/main" noGrp="1"/>
          </p:cNvSpPr>
          <p:nvPr>
            <p:ph/>
          </p:nvPr>
        </p:nvSpPr>
        <p:spPr>
          <a:xfrm xmlns:a="http://schemas.openxmlformats.org/drawingml/2006/main">
            <a:off x="914400" y="365760"/>
            <a:ext cx="7315200" cy="1143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4400" b="1"/>
              <a:t>What is Climate Change?</a:t>
            </a:r>
          </a:p>
        </p:txBody>
      </p:sp>
      <p:sp>
        <p:nvSpPr>
          <p:cNvPr id="3" name="TextBox 3"/>
          <p:cNvSpPr>
            <a:spLocks xmlns:a="http://schemas.openxmlformats.org/drawingml/2006/main" noGrp="1"/>
          </p:cNvSpPr>
          <p:nvPr>
            <p:ph/>
          </p:nvPr>
        </p:nvSpPr>
        <p:spPr>
          <a:xfrm xmlns:a="http://schemas.openxmlformats.org/drawingml/2006/main">
            <a:off x="914400" y="1828800"/>
            <a:ext cx="7315200" cy="3657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1800" b="0"/>
              <a:t>Climate change refers to long-term shifts in global temperatures and weather patterns. While climate variations are natural, human activities since the 1800s have been the main driver of climate change, primarily due to burning fossil fuels like coal, oil, and gas. This produces greenhouse gases that trap heat in Earth's atmosphere, leading to global warming.</a:t>
            </a:r>
          </a:p>
        </p:txBody>
      </p:sp>
    </p:spTree>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2"/>
          <p:cNvSpPr>
            <a:spLocks xmlns:a="http://schemas.openxmlformats.org/drawingml/2006/main" noGrp="1"/>
          </p:cNvSpPr>
          <p:nvPr>
            <p:ph/>
          </p:nvPr>
        </p:nvSpPr>
        <p:spPr>
          <a:xfrm xmlns:a="http://schemas.openxmlformats.org/drawingml/2006/main">
            <a:off x="914400" y="365760"/>
            <a:ext cx="7315200" cy="1143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4400" b="1"/>
              <a:t>Key Impacts and Solutions</a:t>
            </a:r>
          </a:p>
        </p:txBody>
      </p:sp>
      <p:sp>
        <p:nvSpPr>
          <p:cNvPr id="3" name="TextBox 3"/>
          <p:cNvSpPr>
            <a:spLocks xmlns:a="http://schemas.openxmlformats.org/drawingml/2006/main" noGrp="1"/>
          </p:cNvSpPr>
          <p:nvPr>
            <p:ph/>
          </p:nvPr>
        </p:nvSpPr>
        <p:spPr>
          <a:xfrm xmlns:a="http://schemas.openxmlformats.org/drawingml/2006/main">
            <a:off x="914400" y="1828800"/>
            <a:ext cx="7315200" cy="3657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sz="1800" b="0"/>
              <a:t>Climate change impacts include rising sea levels, extreme weather events, droughts, and ecosystem disruption. However, there are solutions: transitioning to renewable energy sources like solar and wind power, improving energy efficiency, protecting forests, and adopting sustainable practices in agriculture and transportation. Individual actions like reducing energy consumption and supporting clean energy policies also make a difference.</a:t>
            </a:r>
          </a:p>
        </p:txBody>
      </p:sp>
    </p:spTree>
  </p:cSld>
</p:sld>
</file>