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59f932c9b894e18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474d316bfa1b4b4f"/>
    <p:sldId xmlns:r="http://schemas.openxmlformats.org/officeDocument/2006/relationships" id="257" r:id="Rd2b5c4b7cd0a4d7a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474d316bfa1b4b4f" /><Relationship Type="http://schemas.openxmlformats.org/officeDocument/2006/relationships/slide" Target="/ppt/slides/slide2.xml" Id="Rd2b5c4b7cd0a4d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914400" y="365760"/>
            <a:ext cx="73152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400" b="1"/>
              <a:t>Welcome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914400" y="365760"/>
            <a:ext cx="73152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400" b="1"/>
              <a:t>Features</a:t>
            </a:r>
          </a:p>
        </p:txBody>
      </p:sp>
    </p:spTree>
  </p:cSld>
</p:sld>
</file>