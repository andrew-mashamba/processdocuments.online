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59f932c9b894e18" /></Relationships>
</file>

<file path=ppt/presentation.xml><?xml version="1.0" encoding="utf-8"?>
<p:presentation xmlns:r="http://schemas.openxmlformats.org/officeDocument/2006/relationships" xmlns:p="http://schemas.openxmlformats.org/presentationml/2006/main">
  <p:sldIdLst>
    <p:sldId xmlns:r="http://schemas.openxmlformats.org/officeDocument/2006/relationships" id="256" r:id="R474d316bfa1b4b4f"/>
    <p:sldId xmlns:r="http://schemas.openxmlformats.org/officeDocument/2006/relationships" id="257" r:id="Rd2b5c4b7cd0a4d7a"/>
    <p:sldId id="258" r:id="R446f5233cafa4aec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474d316bfa1b4b4f" /><Relationship Type="http://schemas.openxmlformats.org/officeDocument/2006/relationships/slide" Target="/ppt/slides/slide2.xml" Id="Rd2b5c4b7cd0a4d7a" /><Relationship Type="http://schemas.openxmlformats.org/officeDocument/2006/relationships/slide" Target="/ppt/slides/slide3.xml" Id="R446f5233cafa4a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914400" y="365760"/>
            <a:ext cx="73152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400" b="1"/>
              <a:t>Welcome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914400" y="365760"/>
            <a:ext cx="73152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400" b="1"/>
              <a:t>Features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Slide</a:t>
            </a:r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was added programmatically</a:t>
            </a:r>
          </a:p>
        </p:txBody>
      </p:sp>
    </p:spTree>
  </p:cSld>
  <p:clrMapOvr>
    <a:masterClrMapping xmlns:a="http://schemas.openxmlformats.org/drawingml/2006/main"/>
  </p:clrMapOvr>
</p:sld>
</file>