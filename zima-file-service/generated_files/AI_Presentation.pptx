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eba35ea52224b1a" 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a543c5db109a4074"/>
    <p:sldId xmlns:r="http://schemas.openxmlformats.org/officeDocument/2006/relationships" id="257" r:id="R2e6a82f5a9224ee0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a543c5db109a4074" /><Relationship Type="http://schemas.openxmlformats.org/officeDocument/2006/relationships/slide" Target="/ppt/slides/slide2.xml" Id="R2e6a82f5a9224e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914400" y="365760"/>
            <a:ext cx="73152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400" b="1"/>
              <a:t>Artificial Intelligence</a:t>
            </a:r>
          </a:p>
        </p:txBody>
      </p:sp>
      <p:sp>
        <p:nvSpPr>
          <p:cNvPr id="3" name="TextBox 3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914400" y="1828800"/>
            <a:ext cx="73152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0"/>
              <a:t>Transforming the Future of Technology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914400" y="365760"/>
            <a:ext cx="73152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400" b="1"/>
              <a:t>What is AI?</a:t>
            </a:r>
          </a:p>
        </p:txBody>
      </p:sp>
      <p:sp>
        <p:nvSpPr>
          <p:cNvPr id="3" name="TextBox 3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914400" y="1828800"/>
            <a:ext cx="7315200" cy="365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0"/>
              <a:t>• Artificial Intelligence (AI) is the simulation of human intelligence in machines
• AI systems can perform tasks that typically require human intelligence:
  - Learning from experience
  - Recognizing patterns
  - Making decisions
  - Understanding natural language
  - Solving complex problems
• Types of AI:
  - Machine Learning
  - Deep Learning
  - Natural Language Processing
  - Computer Vision
  - Robotics
• AI is revolutionizing industries from healthcare to transportation</a:t>
            </a:r>
          </a:p>
        </p:txBody>
      </p:sp>
    </p:spTree>
  </p:cSld>
</p:sld>
</file>